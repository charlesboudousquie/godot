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2B506-1D55-6706-DC95-7EB6C74B3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8F515-97A2-8F1B-45C3-C14AA7955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CD421-746E-0CA9-B81E-E79E5549F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84E5D-5B87-6279-A0B5-39286943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4BF2A-3D8F-6881-A285-FA1B9FEE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1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4018-DA65-EB34-49CE-7F85FDEF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89D9-C15D-FD4B-C68B-49D4F30F8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0EC58-90BB-C2FE-60C5-58E05240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1E712-9BDC-120C-8503-34520A72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F3D1-AEF7-90B8-ACDF-5F877428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3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1CC4-DEB8-191E-FC92-22FF5CA07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FA496-E080-E7C0-335D-FCD12B9D1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35CCF-FF82-A892-FC77-EA9918C4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85405-1C4D-468A-D59E-6E5DD153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32934-3496-6BBB-CBD5-FDDB62C3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4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53FC-9229-7442-DADA-8CAE739A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1090A-6796-8D55-40FA-F601E89F8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E9F2-06A5-C2A1-9C8D-540552D66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AB8E2-9337-9FAD-F697-285F0648F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3E3B6-E436-9DB8-1035-786A600C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B3659-8ABB-ACDF-9C4E-44648FD3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0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5B2CE-058B-3612-C61A-246B2C75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C3FBC-6417-75EC-9B03-FA48A29AB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FB3DA-D0ED-F143-0192-124350C94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0F34C-80A5-782B-361F-1D28B7EA1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47251-95FD-47FC-42E4-288EB5780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4911-B77B-E454-E539-620A1896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854D5-8C25-9A66-DEE1-A22992B5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E77ED8-6ADB-885A-4A37-86137705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7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6955-34D4-2F82-2258-CC762C2FF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0E86B-A631-C38E-4F38-678CDDD35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B503B-1324-FFD5-955B-387E7AED1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17F13-0B38-3DC0-9B93-E018E98A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5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81082-E731-DAB4-C58F-6571E548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F5172-654D-2351-05A9-43FA6C7E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9137C-14FC-1877-952A-59241677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0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3926-436D-46D8-D81B-FB2BEE97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B2516-E36F-EB3F-731B-FC6861FA7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FD1E7-BF94-4473-904A-DDCD3CA93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6BF79-0A7D-C28F-37CF-B9080C3F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48238-57F7-D83F-8A0C-7FAF011C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2C39D-E5C9-C3F0-00D9-8E901A44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1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CED0-E36C-8B41-ED4A-1DA2FBB4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E4E87-B94F-CA54-6E43-130A61A8A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4A267-FC8C-C564-AED2-5815CE60D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FAF5C-B394-50BD-36BD-D8113491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BCE06-81FE-2004-36E1-46DD73B8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D6FC6-E528-80B9-1007-C8B3DB25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8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A9FB-8A1C-16F6-482E-8E8E6054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3A589-5866-9A9D-5265-F7FAB852E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CCF01-6374-5C4D-24FA-7B2C418A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7D812-CF6D-BC52-369E-D4D0376E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68F4-894C-72FB-3549-3F53F715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9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84F66-2740-AE5C-53E1-DCBE857E2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BDD7F-FE14-A4E7-48C5-A4858AC33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A2312-F1A3-D222-428D-86B18311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C1AE5-F6D2-BF40-9816-1533688F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A248A-6F24-EF75-0929-EE3B17C9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9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4A3E3-6B37-2918-D305-E5B3D242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797C3-2A59-EE25-371C-8D041A68F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F8470-7619-F394-BA5B-E5E07CED6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80853-F744-4F93-ACA8-45C3E504C2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05858-BDBF-F879-3FFB-2465A2968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34711-AFD8-F40B-2B3E-A651E0D5F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49A94-F7A1-4CC1-9C28-E7DBE1B39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13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BA8C-EDD6-09C4-2194-BED233DE5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Visualizing the Physics Engines of Godot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AC039-0A19-D152-700B-58A5873BD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Charles Boudousquie and Timothy Hew</a:t>
            </a:r>
          </a:p>
        </p:txBody>
      </p:sp>
    </p:spTree>
    <p:extLst>
      <p:ext uri="{BB962C8B-B14F-4D97-AF65-F5344CB8AC3E}">
        <p14:creationId xmlns:p14="http://schemas.microsoft.com/office/powerpoint/2010/main" val="370867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3CA3-E56B-A0F0-3A29-A3AEA349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Measure the timings of Godot’s physics engines.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B8D2E-4096-C50F-2E78-83B7FAEF1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decided to measure the timings of Godot’s physics engines. The default engine and the new Jolt engine.</a:t>
            </a:r>
          </a:p>
          <a:p>
            <a:r>
              <a:rPr lang="en-US" dirty="0"/>
              <a:t>We spawn a large collection of colliding objects into the world and record the time each physics step takes for 4 seconds.</a:t>
            </a:r>
          </a:p>
          <a:p>
            <a:r>
              <a:rPr lang="pt-BR" dirty="0"/>
              <a:t>The number of objects for any recording ranges from 512 to 1331.</a:t>
            </a:r>
          </a:p>
          <a:p>
            <a:r>
              <a:rPr lang="pt-BR" dirty="0"/>
              <a:t>There are 2 variables for our comparisons: </a:t>
            </a:r>
          </a:p>
          <a:p>
            <a:r>
              <a:rPr lang="pt-BR" dirty="0"/>
              <a:t>1. The physics engine: Default or Jolt</a:t>
            </a:r>
          </a:p>
          <a:p>
            <a:r>
              <a:rPr lang="pt-BR" dirty="0"/>
              <a:t>2. The type of object: Cube or Sphere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41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F6A5-3AD1-50D8-9D01-7438CF1A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was it implemented: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6F3E6-887D-25C9-7FAA-8A7FA3BAB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61" y="1868584"/>
            <a:ext cx="6188565" cy="4351338"/>
          </a:xfrm>
        </p:spPr>
        <p:txBody>
          <a:bodyPr>
            <a:normAutofit/>
          </a:bodyPr>
          <a:lstStyle/>
          <a:p>
            <a:r>
              <a:rPr lang="en-US" dirty="0"/>
              <a:t>Since Godot is open source we were able to write a small library (cs599_Timer.h) and inject that code into Godot (as a module) to directly time its physics engine steps.</a:t>
            </a:r>
          </a:p>
          <a:p>
            <a:r>
              <a:rPr lang="en-US" dirty="0"/>
              <a:t>Godot allows you to create modules where you can store your custom code. You have free access to any part of the engine since it is open source.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C098B-E60B-7711-07BE-4CE16757E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485" y="1868584"/>
            <a:ext cx="5760515" cy="379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9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1E46-5F30-16BB-BD93-A821D6801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between </a:t>
            </a:r>
            <a:r>
              <a:rPr lang="en-US" dirty="0" err="1"/>
              <a:t>GDScript</a:t>
            </a:r>
            <a:r>
              <a:rPr lang="en-US" dirty="0"/>
              <a:t> and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687CA-FA77-76D3-FF80-26B1D915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Godot’s main scripting language is </a:t>
            </a:r>
            <a:r>
              <a:rPr lang="en-US" sz="2400" dirty="0" err="1"/>
              <a:t>GDScript</a:t>
            </a:r>
            <a:r>
              <a:rPr lang="en-US" sz="2400" dirty="0"/>
              <a:t>.</a:t>
            </a:r>
          </a:p>
          <a:p>
            <a:r>
              <a:rPr lang="en-US" sz="2400" dirty="0"/>
              <a:t>When our script spawns in the colliding objects we needed to tell our timer inside the engine to start recording.</a:t>
            </a:r>
          </a:p>
          <a:p>
            <a:r>
              <a:rPr lang="en-US" sz="2400" dirty="0"/>
              <a:t>To expose your engine code to </a:t>
            </a:r>
            <a:r>
              <a:rPr lang="en-US" sz="2400" dirty="0" err="1"/>
              <a:t>GDScript</a:t>
            </a:r>
            <a:r>
              <a:rPr lang="en-US" sz="2400" dirty="0"/>
              <a:t> your classes must inherit from Node.</a:t>
            </a:r>
          </a:p>
          <a:p>
            <a:r>
              <a:rPr lang="en-US" sz="2400" dirty="0"/>
              <a:t>Then you can expose your classes’ functions to </a:t>
            </a:r>
            <a:r>
              <a:rPr lang="en-US" sz="2400" dirty="0" err="1"/>
              <a:t>GDScript</a:t>
            </a:r>
            <a:r>
              <a:rPr lang="en-US" sz="2400" dirty="0"/>
              <a:t> by overriding _</a:t>
            </a:r>
            <a:r>
              <a:rPr lang="en-US" sz="2400" dirty="0" err="1"/>
              <a:t>bind_methods</a:t>
            </a:r>
            <a:r>
              <a:rPr lang="en-US" sz="2400" dirty="0"/>
              <a:t>().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6F1454-801B-7012-0185-7CF90C4F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534" y="4169823"/>
            <a:ext cx="4538391" cy="214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0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F77C-DCBB-AEA2-8AA0-CCA5388A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 the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2345-EFF4-2697-A4AA-6BD84E688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your methods are </a:t>
            </a:r>
            <a:r>
              <a:rPr lang="en-US" dirty="0" err="1"/>
              <a:t>binded</a:t>
            </a:r>
            <a:r>
              <a:rPr lang="en-US" dirty="0"/>
              <a:t> you can instantiate an instance of your class and call upon its methods.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679D27-0B3E-3703-CFB3-C5AD21507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72496"/>
            <a:ext cx="10469436" cy="743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145461-C9E1-D3FB-8590-E179B1D4D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941" y="4740103"/>
            <a:ext cx="8726118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3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BBFE-C3B0-A352-D8F9-25B777D0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colliding cubes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18AE9-2CA4-9C44-C92A-2DAB2F273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4AAA7-DD06-961C-A12C-1CD78BD60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403" y="1703148"/>
            <a:ext cx="7354067" cy="459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0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9671-9DB7-7EF1-FACC-FDACB577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EF400-5769-D7F1-3EF4-D307ED711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Timings are recorded to csv files and then displayed in a D3 line chart.</a:t>
            </a:r>
          </a:p>
          <a:p>
            <a:r>
              <a:rPr lang="en-US" dirty="0"/>
              <a:t>Longest Tick Results:</a:t>
            </a:r>
          </a:p>
          <a:p>
            <a:r>
              <a:rPr lang="en-US" dirty="0"/>
              <a:t>Default engine with cubes: 33 milliseconds</a:t>
            </a:r>
          </a:p>
          <a:p>
            <a:r>
              <a:rPr lang="en-US" dirty="0"/>
              <a:t>Default engine with spheres: 13 milliseconds</a:t>
            </a:r>
          </a:p>
          <a:p>
            <a:r>
              <a:rPr lang="en-US" dirty="0"/>
              <a:t>Jolt engine with cubes: 28 milliseconds</a:t>
            </a:r>
          </a:p>
          <a:p>
            <a:r>
              <a:rPr lang="en-US" dirty="0"/>
              <a:t>Jolt engine with spheres: 47 milliseconds(spike occurred at beginning of simulation when loading </a:t>
            </a:r>
            <a:r>
              <a:rPr lang="en-US"/>
              <a:t>1331 spheres)!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69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59A4-0D48-554F-6E2D-C6736268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Demonstration!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51096-EEE8-ED2B-9DE4-AFDBBA5FC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270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333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Visualizing the Physics Engines of Godot</vt:lpstr>
      <vt:lpstr>Goal: Measure the timings of Godot’s physics engines.</vt:lpstr>
      <vt:lpstr>How was it implemented:</vt:lpstr>
      <vt:lpstr>Communication between GDScript and C++</vt:lpstr>
      <vt:lpstr>Signaling the engine</vt:lpstr>
      <vt:lpstr>Screenshot of colliding cubes</vt:lpstr>
      <vt:lpstr>Timings</vt:lpstr>
      <vt:lpstr>Demonstration!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Boudousquie</dc:creator>
  <cp:lastModifiedBy>Charles Boudousquie</cp:lastModifiedBy>
  <cp:revision>21</cp:revision>
  <dcterms:created xsi:type="dcterms:W3CDTF">2025-04-09T22:49:20Z</dcterms:created>
  <dcterms:modified xsi:type="dcterms:W3CDTF">2025-04-11T00:29:48Z</dcterms:modified>
</cp:coreProperties>
</file>